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aa791c712646ba" /><Relationship Type="http://schemas.openxmlformats.org/officeDocument/2006/relationships/extended-properties" Target="/docProps/app.xml" Id="R3d370f473b674f9c" /><Relationship Type="http://schemas.openxmlformats.org/officeDocument/2006/relationships/officeDocument" Target="/ppt/presentation.xml" Id="R9154dfdc9b494a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dd83e571f45bd"/>
  </p:sldMasterIdLst>
  <p:notesMasterIdLst>
    <p:notesMasterId xmlns:r="http://schemas.openxmlformats.org/officeDocument/2006/relationships" r:id="R385ef29f1c374efa"/>
  </p:notesMasterIdLst>
  <p:sldIdLst>
    <p:sldId xmlns:r="http://schemas.openxmlformats.org/officeDocument/2006/relationships" id="256" r:id="Rda4b7a62c53c42ce"/>
    <p:sldId xmlns:r="http://schemas.openxmlformats.org/officeDocument/2006/relationships" id="257" r:id="R8f1a0597825b41c6"/>
    <p:sldId xmlns:r="http://schemas.openxmlformats.org/officeDocument/2006/relationships" id="258" r:id="R46f7582efb67406f"/>
    <p:sldId xmlns:r="http://schemas.openxmlformats.org/officeDocument/2006/relationships" id="259" r:id="Rce24a28e193f41c0"/>
    <p:sldId xmlns:r="http://schemas.openxmlformats.org/officeDocument/2006/relationships" id="260" r:id="R56bcbab3806e4164"/>
    <p:sldId xmlns:r="http://schemas.openxmlformats.org/officeDocument/2006/relationships" id="261" r:id="R4617118d86434ec8"/>
    <p:sldId xmlns:r="http://schemas.openxmlformats.org/officeDocument/2006/relationships" id="262" r:id="Rf6daa38053a8483d"/>
    <p:sldId xmlns:r="http://schemas.openxmlformats.org/officeDocument/2006/relationships" id="263" r:id="Rb5f818e268f94f70"/>
    <p:sldId xmlns:r="http://schemas.openxmlformats.org/officeDocument/2006/relationships" id="264" r:id="Rb7e1a480e2344c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72ad71ba2f4541" /><Relationship Type="http://schemas.openxmlformats.org/officeDocument/2006/relationships/slideMaster" Target="/ppt/slideMasters/slideMaster1.xml" Id="Raa8dd83e571f45bd" /><Relationship Type="http://schemas.openxmlformats.org/officeDocument/2006/relationships/notesMaster" Target="/ppt/notesMasters/notesMaster1.xml" Id="R385ef29f1c374efa" /><Relationship Type="http://schemas.openxmlformats.org/officeDocument/2006/relationships/presProps" Target="/ppt/presProps.xml" Id="R2cbd59ee5b2c4df8" /><Relationship Type="http://schemas.openxmlformats.org/officeDocument/2006/relationships/tableStyles" Target="/ppt/tableStyles.xml" Id="R971d1cf24c1e4154" /><Relationship Type="http://schemas.openxmlformats.org/officeDocument/2006/relationships/slide" Target="/ppt/slides/slide1.xml" Id="Rda4b7a62c53c42ce" /><Relationship Type="http://schemas.openxmlformats.org/officeDocument/2006/relationships/slide" Target="/ppt/slides/slide2.xml" Id="R8f1a0597825b41c6" /><Relationship Type="http://schemas.openxmlformats.org/officeDocument/2006/relationships/slide" Target="/ppt/slides/slide3.xml" Id="R46f7582efb67406f" /><Relationship Type="http://schemas.openxmlformats.org/officeDocument/2006/relationships/slide" Target="/ppt/slides/slide4.xml" Id="Rce24a28e193f41c0" /><Relationship Type="http://schemas.openxmlformats.org/officeDocument/2006/relationships/slide" Target="/ppt/slides/slide5.xml" Id="R56bcbab3806e4164" /><Relationship Type="http://schemas.openxmlformats.org/officeDocument/2006/relationships/slide" Target="/ppt/slides/slide6.xml" Id="R4617118d86434ec8" /><Relationship Type="http://schemas.openxmlformats.org/officeDocument/2006/relationships/slide" Target="/ppt/slides/slide7.xml" Id="Rf6daa38053a8483d" /><Relationship Type="http://schemas.openxmlformats.org/officeDocument/2006/relationships/slide" Target="/ppt/slides/slide8.xml" Id="Rb5f818e268f94f70" /><Relationship Type="http://schemas.openxmlformats.org/officeDocument/2006/relationships/slide" Target="/ppt/slides/slide9.xml" Id="Rb7e1a480e2344c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d0bc74ea0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c11b89ba734158" /><Relationship Type="http://schemas.openxmlformats.org/officeDocument/2006/relationships/notesMaster" Target="/ppt/notesMasters/notesMaster1.xml" Id="R5b77bba8623145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2a6e4415dc4365" /><Relationship Type="http://schemas.openxmlformats.org/officeDocument/2006/relationships/notesMaster" Target="/ppt/notesMasters/notesMaster1.xml" Id="R0f8a34a218b94a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05034a9c9443d" /><Relationship Type="http://schemas.openxmlformats.org/officeDocument/2006/relationships/notesMaster" Target="/ppt/notesMasters/notesMaster1.xml" Id="Ra35187dce2b940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c8a85088ad44be" /><Relationship Type="http://schemas.openxmlformats.org/officeDocument/2006/relationships/notesMaster" Target="/ppt/notesMasters/notesMaster1.xml" Id="R2fe717594ec7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0d8732e8f6424c" /><Relationship Type="http://schemas.openxmlformats.org/officeDocument/2006/relationships/notesMaster" Target="/ppt/notesMasters/notesMaster1.xml" Id="R7a78c6859f0a48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9980ea3e64057" /><Relationship Type="http://schemas.openxmlformats.org/officeDocument/2006/relationships/notesMaster" Target="/ppt/notesMasters/notesMaster1.xml" Id="Rb790f63cfaea48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3c921e8b734baf" /><Relationship Type="http://schemas.openxmlformats.org/officeDocument/2006/relationships/notesMaster" Target="/ppt/notesMasters/notesMaster1.xml" Id="Rc2e7042bd895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ae0fa5b7704051" /><Relationship Type="http://schemas.openxmlformats.org/officeDocument/2006/relationships/notesMaster" Target="/ppt/notesMasters/notesMaster1.xml" Id="R7438d2df2a5943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16ac7106c44186" /><Relationship Type="http://schemas.openxmlformats.org/officeDocument/2006/relationships/notesMaster" Target="/ppt/notesMasters/notesMaster1.xml" Id="Re8abaddcbd7842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eb8a5dc5f44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2ae2e638048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c158d51764d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b6446cd704f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f1860610e49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34ea612b4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FB108-A2E9-4273-BB87-3D8FB6ED4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B74D65-EC19-4343-9434-EB51B0AC0C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E2A3B7-9B98-42DF-9A67-866B64811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C9143-1F42-4A43-9B81-F1CC4030C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15F073-0E67-4928-89AE-4AEFEA865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3B755B-0131-4717-8513-7C189EBDE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976C6-32DF-4DD6-AE0E-F3E96AC60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1B33E8-22F8-4560-866C-1196F9A15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0010E6-6A3B-41CD-BEF9-C2C498F51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B2E662-A61C-4E56-A19B-278B5A7AE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2c2ac565c48e1" /><Relationship Type="http://schemas.openxmlformats.org/officeDocument/2006/relationships/slideLayout" Target="/ppt/slideLayouts/slideLayout1.xml" Id="R53070be0519144c4" /><Relationship Type="http://schemas.openxmlformats.org/officeDocument/2006/relationships/slideLayout" Target="/ppt/slideLayouts/slideLayout2.xml" Id="R25f5a4c1053c4391" /><Relationship Type="http://schemas.openxmlformats.org/officeDocument/2006/relationships/slideLayout" Target="/ppt/slideLayouts/slideLayout3.xml" Id="R812628e0a2484bb8" /><Relationship Type="http://schemas.openxmlformats.org/officeDocument/2006/relationships/slideLayout" Target="/ppt/slideLayouts/slideLayout4.xml" Id="R3dae6eae2f7840a6" /><Relationship Type="http://schemas.openxmlformats.org/officeDocument/2006/relationships/slideLayout" Target="/ppt/slideLayouts/slideLayout5.xml" Id="Rf03adc7b61464dc3" /><Relationship Type="http://schemas.openxmlformats.org/officeDocument/2006/relationships/slideLayout" Target="/ppt/slideLayouts/slideLayout6.xml" Id="Rd61bf56d7b2b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70be0519144c4"/>
    <p:sldLayoutId xmlns:r="http://schemas.openxmlformats.org/officeDocument/2006/relationships" id="2147483650" r:id="R25f5a4c1053c4391"/>
    <p:sldLayoutId xmlns:r="http://schemas.openxmlformats.org/officeDocument/2006/relationships" id="2147483651" r:id="R812628e0a2484bb8"/>
    <p:sldLayoutId xmlns:r="http://schemas.openxmlformats.org/officeDocument/2006/relationships" id="2147483652" r:id="R3dae6eae2f7840a6"/>
    <p:sldLayoutId xmlns:r="http://schemas.openxmlformats.org/officeDocument/2006/relationships" id="2147483653" r:id="Rf03adc7b61464dc3"/>
    <p:sldLayoutId xmlns:r="http://schemas.openxmlformats.org/officeDocument/2006/relationships" id="2147483654" r:id="Rd61bf56d7b2b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3c450aedb4222" /><Relationship Type="http://schemas.openxmlformats.org/officeDocument/2006/relationships/image" Target="/ppt/media/image.png" Id="R03b06bc9d37b4400" /><Relationship Type="http://schemas.openxmlformats.org/officeDocument/2006/relationships/image" Target="/ppt/media/image2.png" Id="R04e8d9a410894016" /><Relationship Type="http://schemas.openxmlformats.org/officeDocument/2006/relationships/image" Target="/ppt/media/image3.png" Id="Re3cf2a6aa3f748bb" /><Relationship Type="http://schemas.openxmlformats.org/officeDocument/2006/relationships/notesSlide" Target="/ppt/notesSlides/notesSlide1.xml" Id="R089386ad4b09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a67be92434a04" /><Relationship Type="http://schemas.openxmlformats.org/officeDocument/2006/relationships/image" Target="/ppt/media/image4.png" Id="R356e05c792574e5f" /><Relationship Type="http://schemas.openxmlformats.org/officeDocument/2006/relationships/notesSlide" Target="/ppt/notesSlides/notesSlide2.xml" Id="Rc88bf3792c494c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edf25db0f4bd3" /><Relationship Type="http://schemas.openxmlformats.org/officeDocument/2006/relationships/notesSlide" Target="/ppt/notesSlides/notesSlide3.xml" Id="Rc9e7bbbbd14e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80c0a60f04ee2" /><Relationship Type="http://schemas.openxmlformats.org/officeDocument/2006/relationships/notesSlide" Target="/ppt/notesSlides/notesSlide4.xml" Id="R203d3fadda7f4b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a09c7d5524ab9" /><Relationship Type="http://schemas.openxmlformats.org/officeDocument/2006/relationships/notesSlide" Target="/ppt/notesSlides/notesSlide5.xml" Id="Rd7852ccd9e13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3b799aab94164" /><Relationship Type="http://schemas.openxmlformats.org/officeDocument/2006/relationships/image" Target="/ppt/media/image5.png" Id="Rd9f85f86b6b1475e" /><Relationship Type="http://schemas.openxmlformats.org/officeDocument/2006/relationships/notesSlide" Target="/ppt/notesSlides/notesSlide6.xml" Id="R5090b281856f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0f826dab54f38" /><Relationship Type="http://schemas.openxmlformats.org/officeDocument/2006/relationships/notesSlide" Target="/ppt/notesSlides/notesSlide7.xml" Id="R9cb059255201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618b9d0a347f5" /><Relationship Type="http://schemas.openxmlformats.org/officeDocument/2006/relationships/notesSlide" Target="/ppt/notesSlides/notesSlide8.xml" Id="R9148a929e827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84d86577345f3" /><Relationship Type="http://schemas.openxmlformats.org/officeDocument/2006/relationships/image" Target="/ppt/media/image.jpeg" Id="R0254451346ea4376" /><Relationship Type="http://schemas.openxmlformats.org/officeDocument/2006/relationships/image" Target="/ppt/media/image2.jpeg" Id="R065cb7d6707d47bb" /><Relationship Type="http://schemas.openxmlformats.org/officeDocument/2006/relationships/notesSlide" Target="/ppt/notesSlides/notesSlide9.xml" Id="R42a80a44d0b242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949D7-558E-4121-B8AF-4BC6852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0646-259A-48AD-8B3A-9C81B8B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BB814-7BFA-4776-A8D7-CA7AD91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0126-37DA-4806-9B00-2BB8FB3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28575">
            <a:solidFill>
              <a:srgbClr val="C26B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5DDD-3F31-415D-BC4C-B15054AF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8EB"/>
                </a:solidFill>
              </a:defRPr>
            </a:pPr>
            <a:r>
              <a:rPr sz="1500" b="1" i="0">
                <a:solidFill>
                  <a:srgbClr val="FFF8EB"/>
                </a:solidFill>
              </a:rPr>
              <a:t>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F1D5-655A-4A8F-93AE-17C48F4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382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 i="1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3600" b="1" i="1">
                <a:solidFill>
                  <a:srgbClr val="8F4328"/>
                </a:solidFill>
              </a:defRPr>
            </a:pPr>
            <a:r>
              <a:rPr sz="3600" b="1" i="1">
                <a:solidFill>
                  <a:srgbClr val="8F4328"/>
                </a:solidFill>
              </a:rPr>
              <a:t>Friends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82994-2765-4E10-BA29-753B8F32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2C1810"/>
                </a:solidFill>
              </a:defRPr>
            </a:pPr>
            <a:r>
              <a:rPr sz="3600" b="1" i="0">
                <a:solidFill>
                  <a:srgbClr val="2C1810"/>
                </a:solidFill>
              </a:rPr>
              <a:t>Central Perk Fan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782F7-B881-411A-A65C-B27F565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5A3425"/>
                </a:solidFill>
              </a:defRPr>
            </a:pPr>
            <a:r>
              <a:rPr sz="1800" b="0" i="0">
                <a:solidFill>
                  <a:srgbClr val="5A3425"/>
                </a:solidFill>
              </a:rPr>
              <a:t>A cozy React fan website with character profiles, quotes, and a five-question quiz.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CD177-8BD2-4208-A35D-90C9B5D2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1440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0BA3E-E263-4A43-9AA5-34BD374B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76350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Your seat at Central Perk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60DD3-3FA7-45FC-A7C4-DC6E09384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06bc9d37b4400"/>
          <a:srcRect xmlns:a="http://schemas.openxmlformats.org/drawingml/2006/main" l="3533" t="0" r="3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85750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76DA5-83AC-4672-8A51-AA6C1C7A8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8d9a4108940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68605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9C901-91BD-4BEC-859B-8A0ABC851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f2a6aa3f748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8575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D97BE-E26B-4733-BBD4-17CDF87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CA355-E137-45F4-9874-FEEE59FA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10-minute IHK frontend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429CC-D424-4CB5-8B97-CE86869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1/9</a:t>
            </a:r>
          </a:p>
        </p:txBody>
      </p:sp>
    </p:spTree>
    <p:extLst>
      <p:ext uri="{BB962C8B-B14F-4D97-AF65-F5344CB8AC3E}">
        <p14:creationId xmlns:p14="http://schemas.microsoft.com/office/powerpoint/2010/main" val="2033320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91F08-69D1-4663-8E46-09F0F08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04C8E-FCC0-43EC-BE8E-FE41598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C5092-4B3A-4685-961C-FA51C24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21A2322-24D9-4FEA-94B0-BAA9EC65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F7B71-E9F5-4D37-8599-A71DE8D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Problem and 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97CA-65C5-4C02-BBD8-E71E3E9C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redesign turns a static fan page into a clearer, more interactive cafe visit.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99A83-D254-49C4-9395-CA7C4985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2/9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161E8-241B-4E12-AA52-CC854FBE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857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C05E-84A1-48DE-8F9A-42AA9A3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9755B-7143-497A-BBE4-6B16A41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DC599-BC8E-4EAC-A07C-27E2A2BD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The old page had useful content, but the experience felt flat and less exam-ready as a React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9B168-95E1-4BE7-BD9E-EB38B92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4E1D3-9450-4120-B75C-B03A4AD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719EE-0924-4C01-82E0-6DEA6E6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Audience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87B22-1C41-4856-9BA4-2F501D6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Friends fans, mobile visitors, and IHK examiners who need to see structure, interaction, and accessibility.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BF2D9-841A-4584-A1A8-08D2EFDCD7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e05c792574e5f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9029700" y="838200"/>
            <a:ext cx="1676400" cy="2152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1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E80EA-79AD-42E0-AD54-4841AA0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E248A-FB72-45F2-AAC6-CAFEFC3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54244-3EAC-4012-965F-EE67D7C4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DD1305C-FAB2-424C-879F-7EC096E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3A8050-BB8C-4F3C-8B18-3EA3408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Objectives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C2A5C-AF6A-4CA5-A4D8-A7C3745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A focused frontend project with no backend, no login, and no video playback.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EFA1-3CB8-41C1-9F69-C20D1FA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3/9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ABD8B-7F80-4190-8DEE-F71C372B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CFD20-00C7-4123-BFE5-C90CC55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Cozy cafe atmosphere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0CFBE-557F-4F62-BD40-78C6E8E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Warm cream, espresso brown, muted orange, and restrained purple accents.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8710-B3D8-442B-9E45-1E1A141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6E082-2E4D-4311-9D89-D6CBDE9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Useful interactions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80F2B-C979-4D15-9EBB-3DCE129A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Profiles, quote generator, and quiz support a simple visitor journey.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68965-ECB1-48EC-AB2E-4EA5AE5A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A9C28-2B57-41DC-9C5D-CF0B7422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Explainable React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9254A-A8EA-4B25-80E3-2DAA036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Reusable components, props, state, events, and local JSON loading.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64381-BC2F-4C72-AAB0-5F3B53F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CA560-B206-453E-8D96-736734BC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2686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Scope stays small: frontend only, local data, responsive layout</a:t>
            </a:r>
          </a:p>
        </p:txBody>
      </p:sp>
    </p:spTree>
    <p:extLst>
      <p:ext uri="{BB962C8B-B14F-4D97-AF65-F5344CB8AC3E}">
        <p14:creationId xmlns:p14="http://schemas.microsoft.com/office/powerpoint/2010/main" val="758490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D7F9F-B011-433F-9D1E-51725BF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49EDE-AE35-4EC5-A29E-2CCF824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3A3E-0248-4258-8632-B0A4E68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08C90E7-651F-42A5-8E22-89F987D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971C5-BC4C-45EF-98BB-8857C0B1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Technical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71F1-4934-47EE-987D-1BE4EE5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Vite serves a React app that loads local JSON at runtime.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74239-A1F3-4645-9D11-477386A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4/9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5D4B3-5C38-4B01-A260-4FB852A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D52E7-C663-4CC5-B285-0E33252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1E601-8999-4BF7-9866-D95811F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02CA-B3AF-4EAC-931B-97E78F6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HTML root and bundled 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2E4C-D207-4C50-92C0-9A5D3735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BEA9-B9E0-469B-AAA1-92AC735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61E12-48AB-4A98-863B-114B4AE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4182C-DFA4-46B9-B3B3-237E305C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App.jsx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FA138-D345-4827-8A16-F5ABE86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Fetches JSON and handles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373CD-56F0-4629-BFEC-0B87A9DB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CBF06-ADE4-4610-8BE0-628A0E4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757CE-CC0E-4B37-A39B-8EE7D7F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5BD8D-7EF9-410B-AE69-FE1D89DD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Components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4C8AD-2AD6-4687-8C42-2B07249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Render sections and interactions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E8400-8A31-470F-A9FC-D52B6F7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8E745-EF21-415E-92CB-2E27928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FCBCF-1073-4DDA-AD57-29BE368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B1896-1EA8-4F1E-8B74-C3A0C23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public/data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00FFE-CA20-4DEE-B2EB-EC96ADFF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Characters, quotes, quiz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21C58-3887-4C66-8A26-FE406B6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5A3425"/>
                </a:solidFill>
              </a:defRPr>
            </a:pPr>
            <a:r>
              <a:rPr sz="1725" b="1" i="0">
                <a:solidFill>
                  <a:srgbClr val="5A3425"/>
                </a:solidFill>
              </a:rPr>
              <a:t>Loading, empty, error, and Retry states keep the data flow visible.</a:t>
            </a:r>
          </a:p>
        </p:txBody>
      </p:sp>
    </p:spTree>
    <p:extLst>
      <p:ext uri="{BB962C8B-B14F-4D97-AF65-F5344CB8AC3E}">
        <p14:creationId xmlns:p14="http://schemas.microsoft.com/office/powerpoint/2010/main" val="1866337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573B6-DA56-44C9-BEB3-15A509E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A15B-E96E-409E-9353-07E4F4B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E606D-27C3-4298-9EF5-5A770F2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3EE6C56-7874-4623-91C7-DE0ED5D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28CBA-9AA6-4E32-955F-BF75834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React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BF306-9241-43A2-AC27-816DC858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components stay small enough to understand and explain.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7DD20-5E40-4F2D-82A8-891CABA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5/9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83546-9C23-4B36-938F-7282F5A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6DB05-325F-4460-BCD6-28BF89EB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CE57E-E431-4CEF-99F6-994101AC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7530B-A71F-477E-950A-B5F7661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Menu open, profile expanded, current quote, quiz answer, score, loading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7AC3C-B44C-4A33-8441-0F97F3EF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339F8-3883-4A0E-8A04-55350DF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E3BD5-AEDE-4D72-A06F-56FFAEA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D2183-7636-4CEB-80B9-E22B805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Character and quote data move from parent components into reusable child components.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52C60-C502-42DB-ABAB-1A57C60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1E65A-F03A-409A-9EF8-DD952298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511C1-5C8B-43BF-9B13-9DA9DD65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DB0D5-C798-4B69-888D-33D8EFC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Buttons open profiles, choose quotes, answer quiz questions, and restart the quiz.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5616E-2392-4BE2-930D-62836BA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73D29-B6D2-4076-A517-3F7D38BF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Core components: Header, Hero, CharacterGrid, CharacterCard, QuoteGenerator, Quiz</a:t>
            </a:r>
          </a:p>
        </p:txBody>
      </p:sp>
    </p:spTree>
    <p:extLst>
      <p:ext uri="{BB962C8B-B14F-4D97-AF65-F5344CB8AC3E}">
        <p14:creationId xmlns:p14="http://schemas.microsoft.com/office/powerpoint/2010/main" val="853566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5C73C-E424-4758-BDEA-F45B575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E793-A17A-4B8E-A92C-9DBF935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42A72-770F-4136-9B6D-5241374C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E01D820-588E-4A99-BB44-9D9DA5F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1E51A3-31C6-4633-B455-F2B1F9F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Live 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9F26D-CFA4-4FD9-93EC-64A805C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demo follows the visitor journey from cafe entry to quiz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E9C6-575C-4135-820F-4686677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6/9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B92D6-44D2-4AE6-96D7-5FC5B2255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85f86b6b1475e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6953250" y="971550"/>
            <a:ext cx="371475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35960-5D5D-406F-A049-698E744E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DC438-AA23-4BB5-B0F6-886E852F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Start at the cafe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CC41C-CE26-45E6-B9D7-F258CF9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Show header, hero, and Central Perk visual.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ED43-59E9-427D-B26A-73E5CC6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FF97F-5A4A-432A-B5E9-985B45F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Open one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B067C-4657-441B-B8FE-B4A25E7B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Explain reusable character card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54241-ADC5-4843-A826-CA47C1E8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3B313-1F56-4FDA-9313-0FD344EC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Use quote and quiz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FB136-A4EA-44BE-AA34-39C554D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Show event handling, feedback, score, and restart.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A0439-2FD1-4F80-8936-3F088C8B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5A3425"/>
                </a:solidFill>
              </a:defRPr>
            </a:pPr>
            <a:r>
              <a:rPr sz="1650" b="1" i="0">
                <a:solidFill>
                  <a:srgbClr val="5A3425"/>
                </a:solidFill>
              </a:rPr>
              <a:t>Finish by resizing the page to show mobile-first responsiveness.</a:t>
            </a:r>
          </a:p>
        </p:txBody>
      </p:sp>
    </p:spTree>
    <p:extLst>
      <p:ext uri="{BB962C8B-B14F-4D97-AF65-F5344CB8AC3E}">
        <p14:creationId xmlns:p14="http://schemas.microsoft.com/office/powerpoint/2010/main" val="2032426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1AAFF-0979-45A5-BF01-7DEFB74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962B2-620E-4754-8664-7CA2D71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83D1B-220E-488F-B34E-B234E1E5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1D77DA1-F3DF-4272-A335-E68A9C0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3E868-E80F-4F55-B818-4A0CEAA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Challenge and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273E3-029F-4E04-A13B-E121941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hardest part was making interactions work across screen sizes and input methods.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2E170-27CB-4C75-A11B-08F7744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7/9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F9B47-5133-493E-9101-9CB72BD2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343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61AA2-85C3-4A10-8F76-5E00F8F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B0CB-E47A-4E5F-A728-C3B0FE42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88777-7FEB-4B28-99CA-66F2CE6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3962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The quiz and expandable cards had to work with mouse, touch, and keyboard while the layout stayed 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0B6F7-4D01-45D2-A3FE-4883A775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343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28E5C-973E-4889-B935-A7444EC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0AA40-14CD-4937-9C52-80F2B3B8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FED4D-1BBE-481B-B533-E8F37BA0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3962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Native buttons, explicit focus handling, responsive grids, and checked breakpoints made the flow more 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A2F29-BEAF-44F5-8139-6B41672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9803A-6324-4768-A746-9D75C5B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81650"/>
            <a:ext cx="50673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Tested widths: 320, 390, 768, 1024, 1440 px</a:t>
            </a:r>
          </a:p>
        </p:txBody>
      </p:sp>
    </p:spTree>
    <p:extLst>
      <p:ext uri="{BB962C8B-B14F-4D97-AF65-F5344CB8AC3E}">
        <p14:creationId xmlns:p14="http://schemas.microsoft.com/office/powerpoint/2010/main" val="376640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33DB8-7322-48F4-AD90-CD7E911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DDD1E-3771-48EC-A2C9-B2949B3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4A3F6-2B64-48B0-8279-6329594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558F797-F8A6-42CA-B65A-F157993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8D6005-E0F9-472C-828E-78B12C28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Accessibility, responsiveness, and AI ethics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ADC20-8408-4B60-A59A-98B927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project documents what was built, what was tested, and how AI helped.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63085-ABD0-4406-A362-ADE58CC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8/9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CBAE4-7E7D-43C8-BC4B-E874281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F79A8-AF86-422E-A4F0-A57A683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EF7AB-7875-4762-B515-306FCACA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Accessibility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A7F40-8318-4E81-848C-A072891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Semantic sections, visible focus, native controls, aria states, and live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AD146-0FA5-4134-9B2D-720221D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D991-BEE8-4137-9A82-145F06BC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C373F-0425-4D67-996C-0D5E410C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Responsiveness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A1C5B-EA87-4E62-9BB3-DAFCCCE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No horizontal overflow in the checked widths. Cards stack cleanly on small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7C098-4383-41E0-A1BC-46385CE3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2AEAC-B83A-4A9D-9168-4B2E3B1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956C-C7CE-4C91-889D-47F2F81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AI assistance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96445-F91C-4B0D-87C4-9AA62CE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AI helped with planning, code review, accessibility checks, and documentation. The work stays transparent.</a:t>
            </a:r>
          </a:p>
        </p:txBody>
      </p:sp>
    </p:spTree>
    <p:extLst>
      <p:ext uri="{BB962C8B-B14F-4D97-AF65-F5344CB8AC3E}">
        <p14:creationId xmlns:p14="http://schemas.microsoft.com/office/powerpoint/2010/main" val="1818483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7633C-1B62-468A-8CB8-5C0A8FD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6782-4F65-409D-93DE-A800156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D581D-F9A4-4105-B293-2D2D4CB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6CD00-8469-48C5-8AB2-5CC2D36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4EE207-A798-45B1-8657-7BED1FF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Reflection and future 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E6842-7077-455C-8B85-85CBE75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finished version gives me a project I can explain from design to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8B43-E233-4595-BB6F-15CF4B3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4AED0-06EB-4B3E-8704-3D54F2E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76728-3D9C-44B3-8140-45D4775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What I learned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299F5-7DA3-40E8-A825-13FFC76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React state, component boundaries, JSON loading, and responsive CSS need to work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6A18-B8AE-4EE5-8981-38B6761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291AA-592C-4BBE-8F93-D165569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What I would improve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90571-6658-4ED6-9C59-5BC0817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Favorite character storage, filters, a season timeline, and more quiz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AEFA9-E9AB-457E-88B0-6ED610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D0251-600A-4BC9-A363-1F3EFFD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Final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85B91-06A3-400A-BBAD-8E7F5F7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A small fan site can still show real frontend decisions clearly.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A6DC-E1F2-47FE-8185-7E6C755F1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4451346ea4376"/>
          <a:srcRect xmlns:a="http://schemas.openxmlformats.org/drawingml/2006/main" l="4552" t="0" r="4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72415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F1C47-5B87-4591-AD83-F3E349466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cb7d6707d47bb"/>
          <a:srcRect xmlns:a="http://schemas.openxmlformats.org/drawingml/2006/main" l="0" t="7725" r="0" b="7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27241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A4B7A-EE9A-467F-B712-B66AE466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086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26AF1-ABCF-408A-BEDA-BF199295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243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Ready for demo and examiner questions</a:t>
            </a:r>
          </a:p>
        </p:txBody>
      </p:sp>
    </p:spTree>
    <p:extLst>
      <p:ext uri="{BB962C8B-B14F-4D97-AF65-F5344CB8AC3E}">
        <p14:creationId xmlns:p14="http://schemas.microsoft.com/office/powerpoint/2010/main" val="18503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2026-10-14T11:54:58.0790000Z</dcterms:created>
  <dcterms:modified xsi:type="dcterms:W3CDTF">2026-10-14T11:54:58.0790000Z</dcterms:modified>
</coreProperties>
</file>